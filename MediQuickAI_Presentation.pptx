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417320"/>
            <a:ext cx="1005840" cy="100584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592928" y="139903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74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740" dirty="0"/>
          </a:p>
        </p:txBody>
      </p:sp>
      <p:sp>
        <p:nvSpPr>
          <p:cNvPr id="4" name="Text 2"/>
          <p:cNvSpPr/>
          <p:nvPr/>
        </p:nvSpPr>
        <p:spPr>
          <a:xfrm>
            <a:off x="0" y="26060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MediQuick AI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Advanced Multimodal Medical Triage Assistant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Mid-Semester Progress Review  ·  June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Dissertation: Rishwanth [Last Name]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Developer: Vignesh V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BITS ZG628T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84952" y="4892040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Shape 7"/>
          <p:cNvSpPr/>
          <p:nvPr/>
        </p:nvSpPr>
        <p:spPr>
          <a:xfrm>
            <a:off x="6040984" y="489204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6297016" y="4892040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“How urgent is this — </a:t>
            </a:r>
            <a:pPr indent="0" marL="0">
              <a:buNone/>
            </a:pPr>
            <a:r>
              <a:rPr lang="en-US" sz="3400" b="1" i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who should I see?”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21F33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035808"/>
            <a:ext cx="457200" cy="45720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285292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Noise, not clarity
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results are overwhelming and often alarming, not reassuring.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21F33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270248"/>
            <a:ext cx="457200" cy="45720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408736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access
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 consultation for every minor concern is impractical and expensive.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21F33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504688"/>
            <a:ext cx="457200" cy="45720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532180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question
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need to know the urgency and the right specialist — not a self-diagnosis.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Approach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MediQuick AI triages — it does not diagnose.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Describe symptoms in chat, optionally add a photo, and receive a structured, urgency-ranked assessment.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468880"/>
            <a:ext cx="109728" cy="1737360"/>
          </a:xfrm>
          <a:prstGeom prst="roundRect">
            <a:avLst>
              <a:gd name="adj" fmla="val 41667"/>
            </a:avLst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2491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05840" y="32461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text and images together via a Vision-Language Model.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24688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2468880"/>
            <a:ext cx="109728" cy="1737360"/>
          </a:xfrm>
          <a:prstGeom prst="roundRect">
            <a:avLst>
              <a:gd name="adj" fmla="val 41667"/>
            </a:avLst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72491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JSON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29400" y="32461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reply follows a strict, validated six-field schema.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434840"/>
            <a:ext cx="109728" cy="1737360"/>
          </a:xfrm>
          <a:prstGeom prst="roundRect">
            <a:avLst>
              <a:gd name="adj" fmla="val 41667"/>
            </a:avLst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6908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urgency tiers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05840" y="52120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Self-care · consult a doctor · seek emergency care.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63640" y="443484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4434840"/>
            <a:ext cx="109728" cy="1737360"/>
          </a:xfrm>
          <a:prstGeom prst="roundRect">
            <a:avLst>
              <a:gd name="adj" fmla="val 41667"/>
            </a:avLst>
          </a:prstGeom>
          <a:solidFill>
            <a:srgbClr val="2DD4BF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6908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by design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629400" y="52120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override and a disclaimer on every response.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5" name="Image 0" descr="C:/Users/Vicke/OneDrive/Desktop/Python/A_COH_10/Rishwanth/mediquick-ai/report_assets/figures/fig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0048" y="1371600"/>
            <a:ext cx="6858000" cy="47183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619963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 + NVIDIA NIM · JWT auth · specialist-agent routing — all layers complete and validated.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· Doctor-Style Consultation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describes a symptom in plain language.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743200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6517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asks focused follow-up questions.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794760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37033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hands off to the right specialist agent.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846320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47548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concludes with a colour-coded triage card.</a:t>
            </a:r>
            <a:endParaRPr lang="en-US" sz="1500" dirty="0"/>
          </a:p>
        </p:txBody>
      </p:sp>
      <p:pic>
        <p:nvPicPr>
          <p:cNvPr id="17" name="Image 0" descr="C:/Users/Vicke/OneDrive/Desktop/Python/A_COH_10/Rishwanth/mediquick-ai/report_assets/figures/fig_app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371600"/>
            <a:ext cx="6172200" cy="385876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532120" y="5349240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consultation: General Physician → Eye Specialist handoff, concluding with a triage card.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Specialist Routing &amp; Dashboard</a:t>
            </a:r>
            <a:endParaRPr lang="en-US" sz="3000" dirty="0"/>
          </a:p>
        </p:txBody>
      </p:sp>
      <p:pic>
        <p:nvPicPr>
          <p:cNvPr id="5" name="Image 0" descr="C:/Users/Vicke/OneDrive/Desktop/Python/A_COH_10/Rishwanth/mediquick-ai/report_assets/figures/fig_app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766560" cy="4233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7607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every concluded consultation summarised by urgency and specialist — no medication content.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680960" y="155448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17190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agents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955280" y="23042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Physician routes to the right specialist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80960" y="30175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318211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carried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955280" y="37673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follows the handoff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80960" y="44805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0" y="464515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Photos in-memory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955280" y="52303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resized, never saved to disk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· 30 Structured Scenarios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297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6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16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urgency-classification accuracy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unsafe under-triage cases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94960" y="1600200"/>
            <a:ext cx="6217920" cy="914400"/>
          </a:xfrm>
          <a:prstGeom prst="roundRect">
            <a:avLst>
              <a:gd name="adj" fmla="val 10000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16002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52560" y="1600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394960" y="2679192"/>
            <a:ext cx="6217920" cy="914400"/>
          </a:xfrm>
          <a:prstGeom prst="roundRect">
            <a:avLst>
              <a:gd name="adj" fmla="val 10000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267919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52560" y="267919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394960" y="3758184"/>
            <a:ext cx="6217920" cy="914400"/>
          </a:xfrm>
          <a:prstGeom prst="roundRect">
            <a:avLst>
              <a:gd name="adj" fmla="val 10000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3758184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injury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52560" y="3758184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10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394960" y="4837176"/>
            <a:ext cx="6217920" cy="914400"/>
          </a:xfrm>
          <a:prstGeom prst="roundRect">
            <a:avLst>
              <a:gd name="adj" fmla="val 10000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4837176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52560" y="4837176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/ 30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94960" y="59893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standard triage reference guidelines, across all three urgency tiers.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at the Milestone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4206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project complete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 + evaluation — only polish remains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0" y="1554480"/>
            <a:ext cx="3108960" cy="4754880"/>
          </a:xfrm>
          <a:prstGeom prst="roundRect">
            <a:avLst>
              <a:gd name="adj" fmla="val 3529"/>
            </a:avLst>
          </a:prstGeom>
          <a:solidFill>
            <a:srgbClr val="121F33"/>
          </a:solidFill>
          <a:ln/>
        </p:spPr>
      </p:sp>
      <p:sp>
        <p:nvSpPr>
          <p:cNvPr id="9" name="Text 7"/>
          <p:cNvSpPr/>
          <p:nvPr/>
        </p:nvSpPr>
        <p:spPr>
          <a:xfrm>
            <a:off x="5440680" y="1737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40680" y="22860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+ JWT auth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40680" y="2834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client (text + vision)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40680" y="3383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engine, gather→conclude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39319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 + routing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4480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UI: chat, card, sidebar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5029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of resolutions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40680" y="55778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30/30 (100%)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03920" y="1554480"/>
            <a:ext cx="3108960" cy="4754880"/>
          </a:xfrm>
          <a:prstGeom prst="roundRect">
            <a:avLst>
              <a:gd name="adj" fmla="val 3529"/>
            </a:avLst>
          </a:prstGeom>
          <a:solidFill>
            <a:srgbClr val="121F33"/>
          </a:solidFill>
          <a:ln/>
        </p:spPr>
      </p:sp>
      <p:sp>
        <p:nvSpPr>
          <p:cNvPr id="18" name="Text 16"/>
          <p:cNvSpPr/>
          <p:nvPr/>
        </p:nvSpPr>
        <p:spPr>
          <a:xfrm>
            <a:off x="8732520" y="1737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Remaining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32520" y="22860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Error-handling &amp; UI polish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32520" y="2834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backend tests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32520" y="3383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Responsive-layout review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32520" y="39319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README &amp; handover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121F33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83664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83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2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170992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error handling 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empty / loading / error states across the interface.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807208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121F33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09067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2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2916936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test suite for the backend services.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014216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121F33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2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4123944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review 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layout for smaller screens.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5221224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121F33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504688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2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00200" y="5330952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docs 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README and setup guide for the team.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1737360"/>
            <a:ext cx="914400" cy="91440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638648" y="171907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MediQuick AI provides preliminary triage guidance only — not a medical diagnosis.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Rishwanth [Last Name]  ·  BITS ZG628T Dissertation  ·  Developer: Vignesh V  ·  June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84952" y="4572000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Shape 6"/>
          <p:cNvSpPr/>
          <p:nvPr/>
        </p:nvSpPr>
        <p:spPr>
          <a:xfrm>
            <a:off x="6040984" y="457200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6297016" y="4572000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2026-06-21T16:20:55Z</dcterms:created>
  <dcterms:modified xsi:type="dcterms:W3CDTF">2026-06-21T16:20:55Z</dcterms:modified>
</cp:coreProperties>
</file>