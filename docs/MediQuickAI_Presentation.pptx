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417320"/>
            <a:ext cx="1005840" cy="100584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592928" y="1399032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74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740" dirty="0"/>
          </a:p>
        </p:txBody>
      </p:sp>
      <p:sp>
        <p:nvSpPr>
          <p:cNvPr id="4" name="Text 2"/>
          <p:cNvSpPr/>
          <p:nvPr/>
        </p:nvSpPr>
        <p:spPr>
          <a:xfrm>
            <a:off x="0" y="26060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MediQuick AI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0" y="361188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Advanced Multimodal Medical Triage Assistant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Review  ·  June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0" y="5989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Dissertation: Rishwanth [Last Name]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Developer: Vignesh V</a:t>
            </a:r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BITS ZG628T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84952" y="489204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9" name="Shape 7"/>
          <p:cNvSpPr/>
          <p:nvPr/>
        </p:nvSpPr>
        <p:spPr>
          <a:xfrm>
            <a:off x="6040984" y="489204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0" name="Shape 8"/>
          <p:cNvSpPr/>
          <p:nvPr/>
        </p:nvSpPr>
        <p:spPr>
          <a:xfrm>
            <a:off x="6297016" y="489204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i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“How urgent is this — </a:t>
            </a:r>
            <a:pPr indent="0" marL="0">
              <a:buNone/>
            </a:pPr>
            <a:r>
              <a:rPr lang="en-US" sz="3400" b="1" i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who should I see?”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27432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F33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3035808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00200" y="285292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not clarity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results are overwhelming and often alarming, not reassuring.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F33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270248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70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00200" y="408736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access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a consultation for every minor concern is impractical and expensive.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521208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121F33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504688"/>
            <a:ext cx="457200" cy="45720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5046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5321808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question
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need to know the urgency and the right specialist — not a self-diagnosis.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Approach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MediQuick AI triages — it does not diagnose.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Describe symptoms in chat, optionally add a photo, and receive a structured, urgency-ranked assessment.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27249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05840" y="3246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text and images together via a Vision-Language Model.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63640" y="246888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246888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72491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JSON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6629400" y="324612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reply follows a strict, validated six-field schema.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443484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6908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urgency tiers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00584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Self-care · consult a doctor · seek emergency care.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263640" y="4434840"/>
            <a:ext cx="5349240" cy="1737360"/>
          </a:xfrm>
          <a:prstGeom prst="roundRect">
            <a:avLst>
              <a:gd name="adj" fmla="val 631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4434840"/>
            <a:ext cx="109728" cy="173736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4690872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by design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6629400" y="52120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override and a disclaimer on every response.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5" name="Image 0" descr="C:/Users/Vicke/OneDrive/Desktop/Python/A_COH_10/Rishwanth/mediquick-ai/report_assets/figures/fig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0048" y="1371600"/>
            <a:ext cx="6858000" cy="4718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199632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FastAPI + NVIDIA NIM · JWT auth · specialist-agent routing — all layers complete and validated.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· Doctor-Style Consultation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16002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describes a symptom in plain language.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85800" y="274320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5176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assistant asks focused follow-up questions.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85800" y="379476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3794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370332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hands off to the right specialist agent.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846320"/>
            <a:ext cx="502920" cy="502920"/>
          </a:xfrm>
          <a:prstGeom prst="ellipse">
            <a:avLst/>
          </a:prstGeom>
          <a:solidFill>
            <a:srgbClr val="0EA5A4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4846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371600" y="475488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concludes with a colour-coded triage card.</a:t>
            </a:r>
            <a:endParaRPr lang="en-US" sz="1500" dirty="0"/>
          </a:p>
        </p:txBody>
      </p:sp>
      <p:pic>
        <p:nvPicPr>
          <p:cNvPr id="17" name="Image 0" descr="C:/Users/Vicke/OneDrive/Desktop/Python/A_COH_10/Rishwanth/mediquick-ai/report_assets/figures/fig_app_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371600"/>
            <a:ext cx="6172200" cy="385876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32120" y="5349240"/>
            <a:ext cx="6172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consultation: General Physician → Eye Specialist handoff, concluding with a triage card.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Specialist Routing &amp; Dashboard</a:t>
            </a:r>
            <a:endParaRPr lang="en-US" sz="3000" dirty="0"/>
          </a:p>
        </p:txBody>
      </p:sp>
      <p:pic>
        <p:nvPicPr>
          <p:cNvPr id="5" name="Image 0" descr="C:/Users/Vicke/OneDrive/Desktop/Python/A_COH_10/Rishwanth/mediquick-ai/report_assets/figures/fig_app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766560" cy="42336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7607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every concluded consultation summarised by urgency and specialist — no medication content.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680960" y="155448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0" y="171907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agents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955280" y="230428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Physician routes to the right specialist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680960" y="301752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955280" y="318211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carried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955280" y="376732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history follows the handoff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680960" y="4480560"/>
            <a:ext cx="3931920" cy="1280160"/>
          </a:xfrm>
          <a:prstGeom prst="roundRect">
            <a:avLst>
              <a:gd name="adj" fmla="val 857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0" y="46451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Photos in-memory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955280" y="5230368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Validated, resized, never saved to disk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Verified Three 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58191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 / 39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suite · ~1s runtime · isolated DB · mocked NIM client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66260" y="14173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66260" y="158191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30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4914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Scenarios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9486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urgency accuracy · 0 unsafe under-triage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1417320"/>
            <a:ext cx="3429000" cy="1965960"/>
          </a:xfrm>
          <a:prstGeom prst="roundRect">
            <a:avLst>
              <a:gd name="adj" fmla="val 5581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92440" y="1581912"/>
            <a:ext cx="3429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 / 29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275320" y="237744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End-to-End Checks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21040" y="274320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running app, registration through cross-user isolation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10881360" cy="2331720"/>
          </a:xfrm>
          <a:prstGeom prst="roundRect">
            <a:avLst>
              <a:gd name="adj" fmla="val 4706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822192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Breakdown by Category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4343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1440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Dermatology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20440" y="4343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352044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medicine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4343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/ 10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12648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injury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732520" y="4343400"/>
            <a:ext cx="2377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30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8732520" y="5212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610819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standard triage reference guidelines, across all three urgency tiers.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Defects Found &amp; Fixed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6276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59105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Off-topic images broke the JSON contract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24028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unrelated image (e.g. a company logo) made the model reply in raw prose claiming it “is a text-based AI assistant… not able to view images” — vision was actually working, the image had reached the model. Fixed with a strengthened prompt plus a single strict “reformat as JSON” retry. Re-tested and confirmed fixed.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349240" cy="2377440"/>
          </a:xfrm>
          <a:prstGeom prst="roundRect">
            <a:avLst>
              <a:gd name="adj" fmla="val 4615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627632"/>
            <a:ext cx="457200" cy="45720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1627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086600" y="1591056"/>
            <a:ext cx="4160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Hardcoded JWT secret fallback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0" y="2240280"/>
            <a:ext cx="4709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template shipped with no JWT_SECRET, so every install fell back to a hardcoded default that is public in the repository — login tokens could be forged across deployments. The installer now generates a unique random secret per installation (idempotent).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977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4400" y="421538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215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44752" y="4178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 timeout too tight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7091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NIM vision latency runs 14–42s; raised the timeout from 60s to 100s backend / 110s client.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3977640"/>
            <a:ext cx="5349240" cy="1783080"/>
          </a:xfrm>
          <a:prstGeom prst="roundRect">
            <a:avLst>
              <a:gd name="adj" fmla="val 6154"/>
            </a:avLst>
          </a:prstGeom>
          <a:solidFill>
            <a:srgbClr val="121F33"/>
          </a:solidFill>
          <a:ln w="12700">
            <a:solidFill>
              <a:srgbClr val="172A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215384"/>
            <a:ext cx="384048" cy="384048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2153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6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76872" y="417880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configuration value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92240" y="47091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 leftover config value pointing at the wrong port.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issues surfaced through live end-to-end testing and are now resolved and re-verified.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4206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project complete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40690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planned phase shipped, tested, and verified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12080" y="155448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121F33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40680" y="2286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+ JWT auth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4068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NIM client (text + vision)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4068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engine, gather→conclude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4068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specialist agents + routing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40680" y="4480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UI: chat, card, sidebar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50292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of resolutions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40680" y="55778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30/30 (100%)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503920" y="1554480"/>
            <a:ext cx="3108960" cy="4754880"/>
          </a:xfrm>
          <a:prstGeom prst="roundRect">
            <a:avLst>
              <a:gd name="adj" fmla="val 3529"/>
            </a:avLst>
          </a:prstGeom>
          <a:solidFill>
            <a:srgbClr val="121F33"/>
          </a:solidFill>
          <a:ln/>
        </p:spPr>
      </p:sp>
      <p:sp>
        <p:nvSpPr>
          <p:cNvPr id="18" name="Text 16"/>
          <p:cNvSpPr/>
          <p:nvPr/>
        </p:nvSpPr>
        <p:spPr>
          <a:xfrm>
            <a:off x="8732520" y="173736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Delivered Highlights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732520" y="22860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automated tests passing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28346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30/30 evaluation (100%)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32520" y="33832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29/29 live checks passed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732520" y="39319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Mobile-responsive UI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44805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</a:t>
            </a:r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hardened (JWT)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457200" cy="4572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38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188720" y="420624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21F33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655064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550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517904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Clinician-reviewed validation study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practising clinicians to validate triage outputs against real cases.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21F33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2642616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2505456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evaluation set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well beyond 30 scenarios for broader statistical confidence.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3438144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21F33"/>
          </a:solidFill>
          <a:ln/>
        </p:spPr>
      </p:sp>
      <p:sp>
        <p:nvSpPr>
          <p:cNvPr id="14" name="Shape 12"/>
          <p:cNvSpPr/>
          <p:nvPr/>
        </p:nvSpPr>
        <p:spPr>
          <a:xfrm>
            <a:off x="914400" y="3630168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301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600200" y="3493008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EHR integration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electronic health record systems for richer patient context.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42569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21F33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4617720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617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600200" y="4480560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support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triage and the interface beyond English.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41324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121F33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" y="5605272"/>
            <a:ext cx="457200" cy="45720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605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28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600200" y="5468112"/>
            <a:ext cx="969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On-device inference 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local model inference to keep sensitive data on-device for privacy.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38648" y="1737360"/>
            <a:ext cx="914400" cy="914400"/>
          </a:xfrm>
          <a:prstGeom prst="roundRect">
            <a:avLst>
              <a:gd name="adj" fmla="val 28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5638648" y="1719072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2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8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388620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MediQuick AI provides preliminary triage guidance only — not a medical diagnosis.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94360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Rishwanth [Last Name]  ·  BITS ZG628T Dissertation  ·  Developer: Vignesh V  ·  June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784952" y="4572000"/>
            <a:ext cx="146304" cy="146304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8" name="Shape 6"/>
          <p:cNvSpPr/>
          <p:nvPr/>
        </p:nvSpPr>
        <p:spPr>
          <a:xfrm>
            <a:off x="6040984" y="4572000"/>
            <a:ext cx="146304" cy="14630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6297016" y="4572000"/>
            <a:ext cx="146304" cy="146304"/>
          </a:xfrm>
          <a:prstGeom prst="ellipse">
            <a:avLst/>
          </a:prstGeom>
          <a:solidFill>
            <a:srgbClr val="EF4444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2026-07-28T19:46:54Z</dcterms:created>
  <dcterms:modified xsi:type="dcterms:W3CDTF">2026-07-28T19:46:54Z</dcterms:modified>
</cp:coreProperties>
</file>